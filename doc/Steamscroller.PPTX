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03CB-1304-458D-9C90-690B44D8019E}" type="datetimeFigureOut">
              <a:rPr lang="ru-RU" smtClean="0"/>
              <a:t>24.04.2023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08B7A-D989-426F-880C-083E598EDF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93290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03CB-1304-458D-9C90-690B44D8019E}" type="datetimeFigureOut">
              <a:rPr lang="ru-RU" smtClean="0"/>
              <a:t>24.04.2023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08B7A-D989-426F-880C-083E598EDF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09822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03CB-1304-458D-9C90-690B44D8019E}" type="datetimeFigureOut">
              <a:rPr lang="ru-RU" smtClean="0"/>
              <a:t>24.04.2023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08B7A-D989-426F-880C-083E598EDF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24842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03CB-1304-458D-9C90-690B44D8019E}" type="datetimeFigureOut">
              <a:rPr lang="ru-RU" smtClean="0"/>
              <a:t>24.04.2023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08B7A-D989-426F-880C-083E598EDF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10316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03CB-1304-458D-9C90-690B44D8019E}" type="datetimeFigureOut">
              <a:rPr lang="ru-RU" smtClean="0"/>
              <a:t>24.04.2023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08B7A-D989-426F-880C-083E598EDF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619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03CB-1304-458D-9C90-690B44D8019E}" type="datetimeFigureOut">
              <a:rPr lang="ru-RU" smtClean="0"/>
              <a:t>24.04.2023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08B7A-D989-426F-880C-083E598EDF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80388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03CB-1304-458D-9C90-690B44D8019E}" type="datetimeFigureOut">
              <a:rPr lang="ru-RU" smtClean="0"/>
              <a:t>24.04.2023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08B7A-D989-426F-880C-083E598EDF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54487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03CB-1304-458D-9C90-690B44D8019E}" type="datetimeFigureOut">
              <a:rPr lang="ru-RU" smtClean="0"/>
              <a:t>24.04.2023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08B7A-D989-426F-880C-083E598EDF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91328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03CB-1304-458D-9C90-690B44D8019E}" type="datetimeFigureOut">
              <a:rPr lang="ru-RU" smtClean="0"/>
              <a:t>24.04.2023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08B7A-D989-426F-880C-083E598EDF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17618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03CB-1304-458D-9C90-690B44D8019E}" type="datetimeFigureOut">
              <a:rPr lang="ru-RU" smtClean="0"/>
              <a:t>24.04.2023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08B7A-D989-426F-880C-083E598EDF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01866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03CB-1304-458D-9C90-690B44D8019E}" type="datetimeFigureOut">
              <a:rPr lang="ru-RU" smtClean="0"/>
              <a:t>24.04.2023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08B7A-D989-426F-880C-083E598EDF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560710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03CB-1304-458D-9C90-690B44D8019E}" type="datetimeFigureOut">
              <a:rPr lang="ru-RU" smtClean="0"/>
              <a:t>24.04.2023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08B7A-D989-426F-880C-083E598EDFD5}" type="slidenum">
              <a:rPr lang="ru-RU" smtClean="0"/>
              <a:t>‹#›</a:t>
            </a:fld>
            <a:endParaRPr lang="ru-RU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2760818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03CB-1304-458D-9C90-690B44D8019E}" type="datetimeFigureOut">
              <a:rPr lang="ru-RU" smtClean="0"/>
              <a:t>24.04.2023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08B7A-D989-426F-880C-083E598EDF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320363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03CB-1304-458D-9C90-690B44D8019E}" type="datetimeFigureOut">
              <a:rPr lang="ru-RU" smtClean="0"/>
              <a:t>24.04.2023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08B7A-D989-426F-880C-083E598EDF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843314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03CB-1304-458D-9C90-690B44D8019E}" type="datetimeFigureOut">
              <a:rPr lang="ru-RU" smtClean="0"/>
              <a:t>24.04.2023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08B7A-D989-426F-880C-083E598EDF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794061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03CB-1304-458D-9C90-690B44D8019E}" type="datetimeFigureOut">
              <a:rPr lang="ru-RU" smtClean="0"/>
              <a:t>24.04.2023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08B7A-D989-426F-880C-083E598EDF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4479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03CB-1304-458D-9C90-690B44D8019E}" type="datetimeFigureOut">
              <a:rPr lang="ru-RU" smtClean="0"/>
              <a:t>24.04.2023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08B7A-D989-426F-880C-083E598EDF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64575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8903CB-1304-458D-9C90-690B44D8019E}" type="datetimeFigureOut">
              <a:rPr lang="ru-RU" smtClean="0"/>
              <a:t>24.04.2023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508B7A-D989-426F-880C-083E598EDF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30312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91C072E-66B6-0415-CB32-E82ECCDBD3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95269" y="798921"/>
            <a:ext cx="9001462" cy="801279"/>
          </a:xfrm>
        </p:spPr>
        <p:txBody>
          <a:bodyPr>
            <a:noAutofit/>
          </a:bodyPr>
          <a:lstStyle/>
          <a:p>
            <a:r>
              <a:rPr lang="en-US" sz="6000" dirty="0"/>
              <a:t>SteamScroller</a:t>
            </a:r>
            <a:endParaRPr lang="ru-RU" sz="6000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DAE34D8-F991-F8B2-5A62-2E2B50AAFC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09411" y="1600200"/>
            <a:ext cx="5173176" cy="423208"/>
          </a:xfrm>
        </p:spPr>
        <p:txBody>
          <a:bodyPr/>
          <a:lstStyle/>
          <a:p>
            <a:r>
              <a:rPr lang="ru-RU" sz="1500" b="1" cap="all" dirty="0">
                <a:effectLst>
                  <a:outerShdw blurRad="50800" dist="63500" dir="2700000" algn="tl" rotWithShape="0">
                    <a:srgbClr val="000000">
                      <a:alpha val="48000"/>
                    </a:srgbClr>
                  </a:outerShdw>
                </a:effectLst>
                <a:latin typeface="+mj-lt"/>
                <a:ea typeface="+mj-ea"/>
                <a:cs typeface="+mj-cs"/>
              </a:rPr>
              <a:t>Проект </a:t>
            </a:r>
            <a:r>
              <a:rPr lang="en-US" sz="1500" b="1" cap="all" dirty="0" err="1">
                <a:effectLst>
                  <a:outerShdw blurRad="50800" dist="63500" dir="2700000" algn="tl" rotWithShape="0">
                    <a:srgbClr val="000000">
                      <a:alpha val="48000"/>
                    </a:srgbClr>
                  </a:outerShdw>
                </a:effectLst>
                <a:latin typeface="+mj-lt"/>
                <a:ea typeface="+mj-ea"/>
                <a:cs typeface="+mj-cs"/>
              </a:rPr>
              <a:t>WebServer</a:t>
            </a:r>
            <a:r>
              <a:rPr lang="en-US" sz="1500" b="1" cap="all" dirty="0">
                <a:effectLst>
                  <a:outerShdw blurRad="50800" dist="63500" dir="2700000" algn="tl" rotWithShape="0">
                    <a:srgbClr val="000000">
                      <a:alpha val="48000"/>
                    </a:srgbClr>
                  </a:outerShdw>
                </a:effectLst>
                <a:latin typeface="+mj-lt"/>
                <a:ea typeface="+mj-ea"/>
                <a:cs typeface="+mj-cs"/>
              </a:rPr>
              <a:t> + API (</a:t>
            </a:r>
            <a:r>
              <a:rPr lang="ru-RU" sz="1500" b="1" cap="all" dirty="0">
                <a:effectLst>
                  <a:outerShdw blurRad="50800" dist="63500" dir="2700000" algn="tl" rotWithShape="0">
                    <a:srgbClr val="000000">
                      <a:alpha val="48000"/>
                    </a:srgbClr>
                  </a:outerShdw>
                </a:effectLst>
                <a:latin typeface="+mj-lt"/>
                <a:ea typeface="+mj-ea"/>
                <a:cs typeface="+mj-cs"/>
              </a:rPr>
              <a:t>Веб-приложение)</a:t>
            </a:r>
          </a:p>
          <a:p>
            <a:endParaRPr lang="ru-RU" dirty="0"/>
          </a:p>
        </p:txBody>
      </p:sp>
      <p:sp>
        <p:nvSpPr>
          <p:cNvPr id="4" name="Google Shape;56;p1">
            <a:extLst>
              <a:ext uri="{FF2B5EF4-FFF2-40B4-BE49-F238E27FC236}">
                <a16:creationId xmlns:a16="http://schemas.microsoft.com/office/drawing/2014/main" id="{625FBD7B-188C-7BEA-4CF8-4CE115B91DEE}"/>
              </a:ext>
            </a:extLst>
          </p:cNvPr>
          <p:cNvSpPr txBox="1">
            <a:spLocks/>
          </p:cNvSpPr>
          <p:nvPr/>
        </p:nvSpPr>
        <p:spPr>
          <a:xfrm>
            <a:off x="3592921" y="5648679"/>
            <a:ext cx="5006157" cy="8208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91425" rIns="91425" bIns="91425" rtlCol="0" anchor="ctr" anchorCtr="0">
            <a:normAutofit fontScale="25000" lnSpcReduction="20000"/>
          </a:bodyPr>
          <a:lstStyle>
            <a:lvl1pPr marL="0" indent="0" algn="ctr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70000"/>
              </a:lnSpc>
              <a:spcBef>
                <a:spcPts val="0"/>
              </a:spcBef>
              <a:buSzPct val="117647"/>
            </a:pPr>
            <a:r>
              <a:rPr lang="ru-RU" sz="6000" b="1" cap="all" dirty="0">
                <a:effectLst>
                  <a:outerShdw blurRad="50800" dist="63500" dir="2700000" algn="tl" rotWithShape="0">
                    <a:srgbClr val="000000">
                      <a:alpha val="48000"/>
                    </a:srgbClr>
                  </a:outerShdw>
                </a:effectLst>
                <a:latin typeface="+mj-lt"/>
                <a:ea typeface="+mj-ea"/>
                <a:cs typeface="+mj-cs"/>
              </a:rPr>
              <a:t>Авторы: Мищенко Андрей Михайлович</a:t>
            </a:r>
            <a:r>
              <a:rPr lang="en-US" sz="6000" b="1" cap="all" dirty="0">
                <a:effectLst>
                  <a:outerShdw blurRad="50800" dist="63500" dir="2700000" algn="tl" rotWithShape="0">
                    <a:srgbClr val="000000">
                      <a:alpha val="48000"/>
                    </a:srgbClr>
                  </a:outerShdw>
                </a:effectLst>
                <a:latin typeface="+mj-lt"/>
                <a:ea typeface="+mj-ea"/>
                <a:cs typeface="+mj-cs"/>
              </a:rPr>
              <a:t>,</a:t>
            </a:r>
            <a:endParaRPr lang="ru-RU" sz="6000" b="1" cap="all" dirty="0">
              <a:effectLst>
                <a:outerShdw blurRad="50800" dist="63500" dir="2700000" algn="tl" rotWithShape="0">
                  <a:srgbClr val="000000">
                    <a:alpha val="48000"/>
                  </a:srgbClr>
                </a:outerShdw>
              </a:effectLst>
              <a:latin typeface="+mj-lt"/>
              <a:ea typeface="+mj-ea"/>
              <a:cs typeface="+mj-cs"/>
            </a:endParaRPr>
          </a:p>
          <a:p>
            <a:pPr>
              <a:lnSpc>
                <a:spcPct val="170000"/>
              </a:lnSpc>
              <a:spcBef>
                <a:spcPts val="0"/>
              </a:spcBef>
              <a:buSzPct val="117647"/>
            </a:pPr>
            <a:r>
              <a:rPr lang="ru-RU" sz="6000" b="1" cap="all" dirty="0" err="1">
                <a:effectLst>
                  <a:outerShdw blurRad="50800" dist="63500" dir="2700000" algn="tl" rotWithShape="0">
                    <a:srgbClr val="000000">
                      <a:alpha val="48000"/>
                    </a:srgbClr>
                  </a:outerShdw>
                </a:effectLst>
                <a:latin typeface="+mj-lt"/>
                <a:ea typeface="+mj-ea"/>
                <a:cs typeface="+mj-cs"/>
              </a:rPr>
              <a:t>Жидяев</a:t>
            </a:r>
            <a:r>
              <a:rPr lang="ru-RU" sz="6000" b="1" cap="all" dirty="0">
                <a:effectLst>
                  <a:outerShdw blurRad="50800" dist="63500" dir="2700000" algn="tl" rotWithShape="0">
                    <a:srgbClr val="000000">
                      <a:alpha val="48000"/>
                    </a:srgbClr>
                  </a:outerShdw>
                </a:effectLst>
                <a:latin typeface="+mj-lt"/>
                <a:ea typeface="+mj-ea"/>
                <a:cs typeface="+mj-cs"/>
              </a:rPr>
              <a:t> Сергей Дмитриевич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05F710B5-863C-695A-F1A2-E2D5622FF1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9758" y="2333357"/>
            <a:ext cx="2592483" cy="2592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82582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171FC9E-EA14-5C23-7A3A-BC929F5B8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672445"/>
          </a:xfrm>
        </p:spPr>
        <p:txBody>
          <a:bodyPr>
            <a:normAutofit fontScale="90000"/>
          </a:bodyPr>
          <a:lstStyle/>
          <a:p>
            <a:r>
              <a:rPr lang="ru-RU" sz="6000" dirty="0"/>
              <a:t>Описание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29043FA-AF71-29CE-6276-8D23BEDC33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119" y="2294026"/>
            <a:ext cx="10353761" cy="3333776"/>
          </a:xfrm>
        </p:spPr>
        <p:txBody>
          <a:bodyPr>
            <a:noAutofit/>
          </a:bodyPr>
          <a:lstStyle/>
          <a:p>
            <a:pPr marL="0" indent="450000" algn="just">
              <a:spcBef>
                <a:spcPts val="0"/>
              </a:spcBef>
              <a:buNone/>
            </a:pPr>
            <a:r>
              <a:rPr lang="ru-RU" sz="2800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И</a:t>
            </a:r>
            <a:r>
              <a:rPr lang="ru-RU" sz="2200" cap="all" dirty="0">
                <a:effectLst>
                  <a:outerShdw blurRad="50800" dist="63500" dir="2700000" algn="tl" rotWithShape="0">
                    <a:srgbClr val="000000">
                      <a:alpha val="48000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дея проекта заключается в создании сайта, предоставляющий информацию об играх и пользователях площадки </a:t>
            </a:r>
            <a:r>
              <a:rPr lang="en-US" sz="2200" cap="all" dirty="0">
                <a:effectLst>
                  <a:outerShdw blurRad="50800" dist="63500" dir="2700000" algn="tl" rotWithShape="0">
                    <a:srgbClr val="000000">
                      <a:alpha val="48000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Steam</a:t>
            </a:r>
            <a:r>
              <a:rPr lang="ru-RU" sz="2200" cap="all" dirty="0">
                <a:effectLst>
                  <a:outerShdw blurRad="50800" dist="63500" dir="2700000" algn="tl" rotWithShape="0">
                    <a:srgbClr val="000000">
                      <a:alpha val="48000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; можно изучать общедоступную информацию о профилях пользователей, отслеживать их прогресс и статистику в играх; можно изучать информацию об играх: их описание, теги, поддерживаемые платформы, системные требования, рейтинг и региональные цены.</a:t>
            </a:r>
          </a:p>
        </p:txBody>
      </p:sp>
    </p:spTree>
    <p:extLst>
      <p:ext uri="{BB962C8B-B14F-4D97-AF65-F5344CB8AC3E}">
        <p14:creationId xmlns:p14="http://schemas.microsoft.com/office/powerpoint/2010/main" val="9024697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82182AC-25FF-4BDC-EBB6-1FDDC5169E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1"/>
            <a:ext cx="10353761" cy="719578"/>
          </a:xfrm>
        </p:spPr>
        <p:txBody>
          <a:bodyPr>
            <a:normAutofit fontScale="90000"/>
          </a:bodyPr>
          <a:lstStyle/>
          <a:p>
            <a:r>
              <a:rPr lang="ru-RU" sz="6000" dirty="0"/>
              <a:t>Реализация</a:t>
            </a:r>
          </a:p>
        </p:txBody>
      </p:sp>
      <p:sp>
        <p:nvSpPr>
          <p:cNvPr id="5" name="Google Shape;77;p4">
            <a:extLst>
              <a:ext uri="{FF2B5EF4-FFF2-40B4-BE49-F238E27FC236}">
                <a16:creationId xmlns:a16="http://schemas.microsoft.com/office/drawing/2014/main" id="{76AA9D0E-E9CA-D106-FDFE-B5500F8FA820}"/>
              </a:ext>
            </a:extLst>
          </p:cNvPr>
          <p:cNvSpPr txBox="1">
            <a:spLocks/>
          </p:cNvSpPr>
          <p:nvPr/>
        </p:nvSpPr>
        <p:spPr>
          <a:xfrm>
            <a:off x="913796" y="2091424"/>
            <a:ext cx="10353760" cy="400771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91425" rIns="91425" bIns="91425" rtlCol="0" anchor="t" anchorCtr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450000">
              <a:lnSpc>
                <a:spcPct val="115000"/>
              </a:lnSpc>
              <a:spcBef>
                <a:spcPts val="0"/>
              </a:spcBef>
              <a:buSzPts val="1800"/>
              <a:buFont typeface="Wingdings" panose="05000000000000000000" pitchFamily="2" charset="2"/>
              <a:buChar char="q"/>
            </a:pPr>
            <a:r>
              <a:rPr lang="ru-RU" sz="2200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Проект можно разбить на три главные части:</a:t>
            </a:r>
          </a:p>
          <a:p>
            <a:pPr marL="571500" indent="-457200">
              <a:spcBef>
                <a:spcPts val="1200"/>
              </a:spcBef>
              <a:buClr>
                <a:srgbClr val="6AA84F"/>
              </a:buClr>
              <a:buSzPts val="1800"/>
              <a:buFont typeface="Wingdings" panose="05000000000000000000" pitchFamily="2" charset="2"/>
              <a:buChar char="Ø"/>
            </a:pPr>
            <a:r>
              <a:rPr lang="ru-RU" sz="2200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основной файл программы, в котором находятся обработчики страниц</a:t>
            </a:r>
          </a:p>
          <a:p>
            <a:pPr marL="571500" indent="-457200">
              <a:spcBef>
                <a:spcPts val="0"/>
              </a:spcBef>
              <a:buClr>
                <a:srgbClr val="F1C232"/>
              </a:buClr>
              <a:buSzPts val="1800"/>
              <a:buFont typeface="Wingdings" panose="05000000000000000000" pitchFamily="2" charset="2"/>
              <a:buChar char="Ø"/>
            </a:pPr>
            <a:r>
              <a:rPr lang="ru-RU" sz="2200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Папка с </a:t>
            </a:r>
            <a:r>
              <a:rPr lang="en-US" sz="2200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html </a:t>
            </a:r>
            <a:r>
              <a:rPr lang="ru-RU" sz="2200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кодом этих страниц</a:t>
            </a:r>
          </a:p>
          <a:p>
            <a:pPr marL="571500" indent="-457200">
              <a:spcBef>
                <a:spcPts val="0"/>
              </a:spcBef>
              <a:buClr>
                <a:srgbClr val="A61C00"/>
              </a:buClr>
              <a:buSzPts val="1800"/>
              <a:buFont typeface="Wingdings" panose="05000000000000000000" pitchFamily="2" charset="2"/>
              <a:buChar char="Ø"/>
            </a:pPr>
            <a:r>
              <a:rPr lang="ru-RU" sz="2200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Вспомогательные файлы для получения разного рода информации</a:t>
            </a:r>
            <a:endParaRPr lang="en-US" sz="2200" cap="all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icrosoft YaHei UI" panose="020B0503020204020204" pitchFamily="34" charset="-122"/>
              <a:ea typeface="Microsoft YaHei UI" panose="020B0503020204020204" pitchFamily="34" charset="-122"/>
              <a:cs typeface="+mj-cs"/>
            </a:endParaRPr>
          </a:p>
          <a:p>
            <a:pPr marL="0" indent="-450000">
              <a:spcBef>
                <a:spcPts val="0"/>
              </a:spcBef>
              <a:buClr>
                <a:srgbClr val="A61C00"/>
              </a:buClr>
              <a:buSzPts val="1800"/>
              <a:buFont typeface="Wingdings" panose="05000000000000000000" pitchFamily="2" charset="2"/>
              <a:buChar char="q"/>
            </a:pPr>
            <a:r>
              <a:rPr lang="ru-RU" sz="2200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Использованные библиотеки</a:t>
            </a:r>
            <a:r>
              <a:rPr lang="en-US" sz="2200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:</a:t>
            </a:r>
            <a:r>
              <a:rPr lang="ru-RU" sz="2200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 </a:t>
            </a:r>
          </a:p>
          <a:p>
            <a:pPr marL="0" indent="450000">
              <a:lnSpc>
                <a:spcPct val="130000"/>
              </a:lnSpc>
              <a:spcBef>
                <a:spcPts val="0"/>
              </a:spcBef>
              <a:buClr>
                <a:srgbClr val="A61C00"/>
              </a:buClr>
              <a:buSzPts val="1800"/>
              <a:buNone/>
            </a:pPr>
            <a:r>
              <a:rPr lang="en-US" cap="all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steamapi</a:t>
            </a:r>
            <a:r>
              <a:rPr lang="ru-RU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, </a:t>
            </a:r>
            <a:r>
              <a:rPr lang="en-US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steam</a:t>
            </a:r>
            <a:r>
              <a:rPr lang="ru-RU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, </a:t>
            </a:r>
            <a:r>
              <a:rPr lang="en-US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validators</a:t>
            </a:r>
            <a:r>
              <a:rPr lang="ru-RU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, </a:t>
            </a:r>
            <a:r>
              <a:rPr lang="en-US" cap="all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sqlite</a:t>
            </a:r>
            <a:r>
              <a:rPr lang="ru-RU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3, </a:t>
            </a:r>
            <a:r>
              <a:rPr lang="en-US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flask</a:t>
            </a:r>
            <a:r>
              <a:rPr lang="ru-RU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_</a:t>
            </a:r>
            <a:r>
              <a:rPr lang="en-US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login</a:t>
            </a:r>
            <a:r>
              <a:rPr lang="ru-RU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, </a:t>
            </a:r>
            <a:r>
              <a:rPr lang="en-US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flask</a:t>
            </a:r>
            <a:r>
              <a:rPr lang="ru-RU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,</a:t>
            </a:r>
            <a:r>
              <a:rPr lang="en-US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 re</a:t>
            </a:r>
            <a:r>
              <a:rPr lang="ru-RU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,</a:t>
            </a:r>
            <a:r>
              <a:rPr lang="en-US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 </a:t>
            </a:r>
            <a:r>
              <a:rPr lang="en-US" cap="all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urllib</a:t>
            </a:r>
            <a:r>
              <a:rPr lang="ru-RU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, </a:t>
            </a:r>
            <a:r>
              <a:rPr lang="en-US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flask</a:t>
            </a:r>
            <a:r>
              <a:rPr lang="ru-RU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_</a:t>
            </a:r>
            <a:r>
              <a:rPr lang="en-US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restful</a:t>
            </a:r>
            <a:endParaRPr lang="ru-RU" cap="all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icrosoft YaHei UI" panose="020B0503020204020204" pitchFamily="34" charset="-122"/>
              <a:ea typeface="Microsoft YaHei UI" panose="020B0503020204020204" pitchFamily="34" charset="-122"/>
              <a:cs typeface="+mj-cs"/>
            </a:endParaRPr>
          </a:p>
          <a:p>
            <a:pPr marL="0" indent="450000">
              <a:lnSpc>
                <a:spcPct val="130000"/>
              </a:lnSpc>
              <a:spcBef>
                <a:spcPts val="0"/>
              </a:spcBef>
              <a:buClr>
                <a:srgbClr val="A61C00"/>
              </a:buClr>
              <a:buSzPts val="1800"/>
              <a:buFont typeface="Wingdings" panose="05000000000000000000" pitchFamily="2" charset="2"/>
              <a:buChar char="q"/>
            </a:pPr>
            <a:r>
              <a:rPr lang="ru-RU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Из интересного, </a:t>
            </a:r>
            <a:r>
              <a:rPr lang="ru-RU" cap="all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в проекте также используется </a:t>
            </a:r>
            <a:r>
              <a:rPr lang="ru-RU" cap="all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немного </a:t>
            </a:r>
            <a:r>
              <a:rPr lang="en-US" cap="all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javascript</a:t>
            </a:r>
            <a:endParaRPr lang="ru-RU" cap="all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icrosoft YaHei UI" panose="020B0503020204020204" pitchFamily="34" charset="-122"/>
              <a:ea typeface="Microsoft YaHei UI" panose="020B0503020204020204" pitchFamily="34" charset="-122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30341202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Начальная страница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13795" y="2096064"/>
            <a:ext cx="3561490" cy="3695136"/>
          </a:xfrm>
        </p:spPr>
        <p:txBody>
          <a:bodyPr/>
          <a:lstStyle/>
          <a:p>
            <a:pPr marL="0" indent="0">
              <a:buNone/>
            </a:pPr>
            <a:r>
              <a:rPr lang="ru-RU" dirty="0" smtClean="0"/>
              <a:t>При запуске сайта нас встречает стартовая страница, рассказывающийся об функционале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2697" y="2096064"/>
            <a:ext cx="7238558" cy="3695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0966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5F0FB3-2BA3-1440-2875-8FC2088FF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525171" cy="1326321"/>
          </a:xfrm>
        </p:spPr>
        <p:txBody>
          <a:bodyPr/>
          <a:lstStyle/>
          <a:p>
            <a:r>
              <a:rPr lang="ru-RU" dirty="0" smtClean="0"/>
              <a:t>Авторизация через </a:t>
            </a:r>
            <a:r>
              <a:rPr lang="en-US" dirty="0" smtClean="0"/>
              <a:t>Steam </a:t>
            </a:r>
            <a:r>
              <a:rPr lang="en-US" dirty="0"/>
              <a:t>(</a:t>
            </a:r>
            <a:r>
              <a:rPr lang="en-US" dirty="0" err="1" smtClean="0"/>
              <a:t>openid</a:t>
            </a:r>
            <a:r>
              <a:rPr lang="ru-RU" dirty="0" smtClean="0"/>
              <a:t>)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4DB4C76-4517-92D4-92F4-B9B09607FC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6" y="2096064"/>
            <a:ext cx="5307710" cy="3695136"/>
          </a:xfrm>
        </p:spPr>
        <p:txBody>
          <a:bodyPr/>
          <a:lstStyle/>
          <a:p>
            <a:pPr marL="0" indent="0">
              <a:buNone/>
            </a:pPr>
            <a:r>
              <a:rPr lang="ru-RU" dirty="0" smtClean="0"/>
              <a:t>Одна из интересных особенностей</a:t>
            </a:r>
            <a:r>
              <a:rPr lang="en-US" dirty="0" smtClean="0"/>
              <a:t>,</a:t>
            </a:r>
            <a:r>
              <a:rPr lang="ru-RU" dirty="0" smtClean="0"/>
              <a:t> которую стоит отметить – это возможность авторизоваться на сайте напрямую через </a:t>
            </a:r>
            <a:r>
              <a:rPr lang="en-US" dirty="0" smtClean="0"/>
              <a:t>Steam. </a:t>
            </a:r>
            <a:r>
              <a:rPr lang="ru-RU" dirty="0" smtClean="0"/>
              <a:t>Помимо того, что </a:t>
            </a:r>
            <a:r>
              <a:rPr lang="ru-RU" dirty="0"/>
              <a:t>вы </a:t>
            </a:r>
            <a:r>
              <a:rPr lang="ru-RU" dirty="0" smtClean="0"/>
              <a:t>можете быстро получить доступ к функционалу сайта, вам также </a:t>
            </a:r>
            <a:r>
              <a:rPr lang="ru-RU" dirty="0"/>
              <a:t>не нужно </a:t>
            </a:r>
            <a:r>
              <a:rPr lang="ru-RU" dirty="0" smtClean="0"/>
              <a:t>заморачиваться с регистрацией</a:t>
            </a:r>
            <a:r>
              <a:rPr lang="en-US" dirty="0" smtClean="0"/>
              <a:t>:</a:t>
            </a:r>
            <a:r>
              <a:rPr lang="ru-RU" dirty="0" smtClean="0"/>
              <a:t> указывать имя, фамилию </a:t>
            </a:r>
            <a:r>
              <a:rPr lang="en-US" dirty="0" smtClean="0"/>
              <a:t>(?) </a:t>
            </a:r>
            <a:r>
              <a:rPr lang="ru-RU" dirty="0" smtClean="0"/>
              <a:t>и придумывать пароль.</a:t>
            </a:r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942" y="2194612"/>
            <a:ext cx="4721209" cy="3015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60520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Поиск игр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13795" y="2096064"/>
            <a:ext cx="6937736" cy="369513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 smtClean="0"/>
              <a:t>Поиск игр осуществляется по названию через поисковую строку в шапке сайта.</a:t>
            </a:r>
            <a:br>
              <a:rPr lang="ru-RU" sz="2400" dirty="0" smtClean="0"/>
            </a:br>
            <a:r>
              <a:rPr lang="ru-RU" sz="2400" dirty="0" smtClean="0"/>
              <a:t>Наиболее подходящие результаты поиска выводятся под строкой, но пользователь может посмотреть все результаты, нажав </a:t>
            </a:r>
            <a:r>
              <a:rPr lang="en-US" sz="2400" dirty="0" smtClean="0"/>
              <a:t>Enter.</a:t>
            </a:r>
            <a:endParaRPr lang="ru-RU" sz="2400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6912" y="2312010"/>
            <a:ext cx="2515844" cy="3479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44981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Поиск Пользователей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13795" y="2096064"/>
            <a:ext cx="10595336" cy="176375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2400" dirty="0"/>
              <a:t>Поиск </a:t>
            </a:r>
            <a:r>
              <a:rPr lang="ru-RU" sz="2400" dirty="0" smtClean="0"/>
              <a:t>пользователей </a:t>
            </a:r>
            <a:r>
              <a:rPr lang="ru-RU" sz="2400" dirty="0"/>
              <a:t>осуществляется по </a:t>
            </a:r>
            <a:r>
              <a:rPr lang="en-US" sz="2400" dirty="0" err="1" smtClean="0"/>
              <a:t>SteamID</a:t>
            </a:r>
            <a:r>
              <a:rPr lang="en-US" sz="2400" dirty="0" smtClean="0"/>
              <a:t> </a:t>
            </a:r>
            <a:r>
              <a:rPr lang="ru-RU" sz="2400" dirty="0" smtClean="0"/>
              <a:t>или пользовательской ссылке </a:t>
            </a:r>
            <a:r>
              <a:rPr lang="en-US" sz="2400" dirty="0" smtClean="0"/>
              <a:t>(Vanity URL)</a:t>
            </a:r>
            <a:r>
              <a:rPr lang="ru-RU" sz="2400" dirty="0" smtClean="0"/>
              <a:t>.</a:t>
            </a:r>
            <a:r>
              <a:rPr lang="ru-RU" sz="2400" dirty="0"/>
              <a:t/>
            </a:r>
            <a:br>
              <a:rPr lang="ru-RU" sz="2400" dirty="0"/>
            </a:br>
            <a:r>
              <a:rPr lang="ru-RU" sz="2400" dirty="0" smtClean="0"/>
              <a:t>Если указанная информация корректна и пользователь действительно существует – сайт откроет страницу с профилем пользователя.</a:t>
            </a:r>
            <a:endParaRPr lang="ru-RU" sz="2400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5761" y="4019966"/>
            <a:ext cx="6068301" cy="2407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88335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Отображение Пользователя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13795" y="3086100"/>
            <a:ext cx="4959467" cy="26910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/>
              <a:t>Если пользователь найден, то нас переносит на страницу с информацией о пользователе.</a:t>
            </a:r>
            <a:endParaRPr lang="ru-RU" sz="2400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3553" y="2096064"/>
            <a:ext cx="5314003" cy="3774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55484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Отображение игры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44809" y="2500306"/>
            <a:ext cx="4793359" cy="29665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 smtClean="0"/>
              <a:t>На страницы с игрой отображается информация об игре</a:t>
            </a:r>
            <a:r>
              <a:rPr lang="en-US" sz="2400" dirty="0" smtClean="0"/>
              <a:t>: </a:t>
            </a:r>
            <a:r>
              <a:rPr lang="ru-RU" sz="2400" dirty="0" smtClean="0"/>
              <a:t>описание, </a:t>
            </a:r>
            <a:r>
              <a:rPr lang="ru-RU" sz="2400" dirty="0"/>
              <a:t>дата </a:t>
            </a:r>
            <a:r>
              <a:rPr lang="ru-RU" sz="2400" dirty="0" smtClean="0"/>
              <a:t>выхода, количество активных игроков, системные требования, скриншоты и т.д.</a:t>
            </a:r>
            <a:endParaRPr lang="ru-RU" sz="2400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7154" y="1935922"/>
            <a:ext cx="5151346" cy="4095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68526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Заключение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2800" dirty="0"/>
              <a:t>Несмотря на то, что в течение трёх недель мы проделали большую работу над данным проектом – мы не смогли (или не успели) реализовать некоторые особенности, которые изначально планировали.</a:t>
            </a:r>
            <a:br>
              <a:rPr lang="ru-RU" sz="2800" dirty="0"/>
            </a:br>
            <a:r>
              <a:rPr lang="ru-RU" sz="2800" dirty="0"/>
              <a:t>Тем не менее, мы довольны проектом, он имеет потенциал для доработки и внедрения новых функций. 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1452368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2565" y="659422"/>
            <a:ext cx="2542442" cy="5649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5988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TM04033921[[fn=Дамаск]]</Template>
  <TotalTime>114</TotalTime>
  <Words>310</Words>
  <Application>Microsoft Office PowerPoint</Application>
  <PresentationFormat>Широкоэкранный</PresentationFormat>
  <Paragraphs>28</Paragraphs>
  <Slides>11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7" baseType="lpstr">
      <vt:lpstr>Microsoft YaHei UI</vt:lpstr>
      <vt:lpstr>Arial</vt:lpstr>
      <vt:lpstr>Bookman Old Style</vt:lpstr>
      <vt:lpstr>Rockwell</vt:lpstr>
      <vt:lpstr>Wingdings</vt:lpstr>
      <vt:lpstr>Damask</vt:lpstr>
      <vt:lpstr>SteamScroller</vt:lpstr>
      <vt:lpstr>Описание</vt:lpstr>
      <vt:lpstr>Реализация</vt:lpstr>
      <vt:lpstr>Начальная страница</vt:lpstr>
      <vt:lpstr>Авторизация через Steam (openid)</vt:lpstr>
      <vt:lpstr>Поиск игр</vt:lpstr>
      <vt:lpstr>Поиск Пользователей</vt:lpstr>
      <vt:lpstr>Отображение Пользователя</vt:lpstr>
      <vt:lpstr>Отображение игры</vt:lpstr>
      <vt:lpstr>Заключение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SteamScroller</dc:title>
  <dc:creator>Андрей Мищенко</dc:creator>
  <cp:lastModifiedBy>Mishenko</cp:lastModifiedBy>
  <cp:revision>7</cp:revision>
  <dcterms:created xsi:type="dcterms:W3CDTF">2023-04-23T16:57:30Z</dcterms:created>
  <dcterms:modified xsi:type="dcterms:W3CDTF">2023-04-24T11:40:32Z</dcterms:modified>
</cp:coreProperties>
</file>