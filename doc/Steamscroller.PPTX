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3CB-1304-458D-9C90-690B44D8019E}" type="datetimeFigureOut">
              <a:rPr lang="ru-RU" smtClean="0"/>
              <a:t>24.04.2023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08B7A-D989-426F-880C-083E598EDF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9329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3CB-1304-458D-9C90-690B44D8019E}" type="datetimeFigureOut">
              <a:rPr lang="ru-RU" smtClean="0"/>
              <a:t>24.04.2023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08B7A-D989-426F-880C-083E598EDF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0982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3CB-1304-458D-9C90-690B44D8019E}" type="datetimeFigureOut">
              <a:rPr lang="ru-RU" smtClean="0"/>
              <a:t>24.04.2023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08B7A-D989-426F-880C-083E598EDF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2484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3CB-1304-458D-9C90-690B44D8019E}" type="datetimeFigureOut">
              <a:rPr lang="ru-RU" smtClean="0"/>
              <a:t>24.04.2023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08B7A-D989-426F-880C-083E598EDF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1031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3CB-1304-458D-9C90-690B44D8019E}" type="datetimeFigureOut">
              <a:rPr lang="ru-RU" smtClean="0"/>
              <a:t>24.04.2023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08B7A-D989-426F-880C-083E598EDF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61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3CB-1304-458D-9C90-690B44D8019E}" type="datetimeFigureOut">
              <a:rPr lang="ru-RU" smtClean="0"/>
              <a:t>24.04.2023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08B7A-D989-426F-880C-083E598EDF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8038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3CB-1304-458D-9C90-690B44D8019E}" type="datetimeFigureOut">
              <a:rPr lang="ru-RU" smtClean="0"/>
              <a:t>24.04.2023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08B7A-D989-426F-880C-083E598EDF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5448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3CB-1304-458D-9C90-690B44D8019E}" type="datetimeFigureOut">
              <a:rPr lang="ru-RU" smtClean="0"/>
              <a:t>24.04.2023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08B7A-D989-426F-880C-083E598EDF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9132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3CB-1304-458D-9C90-690B44D8019E}" type="datetimeFigureOut">
              <a:rPr lang="ru-RU" smtClean="0"/>
              <a:t>24.04.2023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08B7A-D989-426F-880C-083E598EDF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1761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3CB-1304-458D-9C90-690B44D8019E}" type="datetimeFigureOut">
              <a:rPr lang="ru-RU" smtClean="0"/>
              <a:t>24.04.2023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08B7A-D989-426F-880C-083E598EDF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0186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3CB-1304-458D-9C90-690B44D8019E}" type="datetimeFigureOut">
              <a:rPr lang="ru-RU" smtClean="0"/>
              <a:t>24.04.2023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08B7A-D989-426F-880C-083E598EDF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60710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3CB-1304-458D-9C90-690B44D8019E}" type="datetimeFigureOut">
              <a:rPr lang="ru-RU" smtClean="0"/>
              <a:t>24.04.2023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08B7A-D989-426F-880C-083E598EDFD5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760818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3CB-1304-458D-9C90-690B44D8019E}" type="datetimeFigureOut">
              <a:rPr lang="ru-RU" smtClean="0"/>
              <a:t>24.04.2023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08B7A-D989-426F-880C-083E598EDF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32036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3CB-1304-458D-9C90-690B44D8019E}" type="datetimeFigureOut">
              <a:rPr lang="ru-RU" smtClean="0"/>
              <a:t>24.04.2023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08B7A-D989-426F-880C-083E598EDF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84331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3CB-1304-458D-9C90-690B44D8019E}" type="datetimeFigureOut">
              <a:rPr lang="ru-RU" smtClean="0"/>
              <a:t>24.04.2023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08B7A-D989-426F-880C-083E598EDF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79406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3CB-1304-458D-9C90-690B44D8019E}" type="datetimeFigureOut">
              <a:rPr lang="ru-RU" smtClean="0"/>
              <a:t>24.04.2023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08B7A-D989-426F-880C-083E598EDF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4479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3CB-1304-458D-9C90-690B44D8019E}" type="datetimeFigureOut">
              <a:rPr lang="ru-RU" smtClean="0"/>
              <a:t>24.04.2023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08B7A-D989-426F-880C-083E598EDF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6457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903CB-1304-458D-9C90-690B44D8019E}" type="datetimeFigureOut">
              <a:rPr lang="ru-RU" smtClean="0"/>
              <a:t>24.04.2023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508B7A-D989-426F-880C-083E598EDF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3031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1C072E-66B6-0415-CB32-E82ECCDBD3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798921"/>
            <a:ext cx="9001462" cy="801279"/>
          </a:xfrm>
        </p:spPr>
        <p:txBody>
          <a:bodyPr>
            <a:noAutofit/>
          </a:bodyPr>
          <a:lstStyle/>
          <a:p>
            <a:r>
              <a:rPr lang="en-US" sz="6000" dirty="0"/>
              <a:t>SteamScroller</a:t>
            </a:r>
            <a:endParaRPr lang="ru-RU" sz="60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DAE34D8-F991-F8B2-5A62-2E2B50AAFC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9411" y="1600200"/>
            <a:ext cx="5173176" cy="423208"/>
          </a:xfrm>
        </p:spPr>
        <p:txBody>
          <a:bodyPr/>
          <a:lstStyle/>
          <a:p>
            <a:r>
              <a:rPr lang="ru-RU" sz="1500" b="1" cap="all" dirty="0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rPr>
              <a:t>Проект </a:t>
            </a:r>
            <a:r>
              <a:rPr lang="en-US" sz="1500" b="1" cap="all" dirty="0" err="1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rPr>
              <a:t>WebServer</a:t>
            </a:r>
            <a:r>
              <a:rPr lang="en-US" sz="1500" b="1" cap="all" dirty="0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rPr>
              <a:t> + API (</a:t>
            </a:r>
            <a:r>
              <a:rPr lang="ru-RU" sz="1500" b="1" cap="all" dirty="0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rPr>
              <a:t>Веб-приложение)</a:t>
            </a:r>
          </a:p>
          <a:p>
            <a:endParaRPr lang="ru-RU" dirty="0"/>
          </a:p>
        </p:txBody>
      </p:sp>
      <p:sp>
        <p:nvSpPr>
          <p:cNvPr id="4" name="Google Shape;56;p1">
            <a:extLst>
              <a:ext uri="{FF2B5EF4-FFF2-40B4-BE49-F238E27FC236}">
                <a16:creationId xmlns:a16="http://schemas.microsoft.com/office/drawing/2014/main" id="{625FBD7B-188C-7BEA-4CF8-4CE115B91DEE}"/>
              </a:ext>
            </a:extLst>
          </p:cNvPr>
          <p:cNvSpPr txBox="1">
            <a:spLocks/>
          </p:cNvSpPr>
          <p:nvPr/>
        </p:nvSpPr>
        <p:spPr>
          <a:xfrm>
            <a:off x="3592921" y="5648679"/>
            <a:ext cx="5006157" cy="820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ctr" anchorCtr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  <a:spcBef>
                <a:spcPts val="0"/>
              </a:spcBef>
              <a:buSzPct val="117647"/>
            </a:pPr>
            <a:r>
              <a:rPr lang="ru-RU" sz="6000" b="1" cap="all" dirty="0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rPr>
              <a:t>Авторы: Мищенко Андрей Михайлович</a:t>
            </a:r>
            <a:r>
              <a:rPr lang="en-US" sz="6000" b="1" cap="all" dirty="0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rPr>
              <a:t>,</a:t>
            </a:r>
            <a:endParaRPr lang="ru-RU" sz="6000" b="1" cap="all" dirty="0">
              <a:effectLst>
                <a:outerShdw blurRad="50800" dist="63500" dir="2700000" algn="tl" rotWithShape="0">
                  <a:srgbClr val="000000">
                    <a:alpha val="48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>
              <a:lnSpc>
                <a:spcPct val="170000"/>
              </a:lnSpc>
              <a:spcBef>
                <a:spcPts val="0"/>
              </a:spcBef>
              <a:buSzPct val="117647"/>
            </a:pPr>
            <a:r>
              <a:rPr lang="ru-RU" sz="6000" b="1" cap="all" dirty="0" err="1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rPr>
              <a:t>Жидяев</a:t>
            </a:r>
            <a:r>
              <a:rPr lang="ru-RU" sz="6000" b="1" cap="all" dirty="0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rPr>
              <a:t> Сергей Дмитриевич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5F710B5-863C-695A-F1A2-E2D5622FF1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758" y="2333357"/>
            <a:ext cx="2592483" cy="259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258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71FC9E-EA14-5C23-7A3A-BC929F5B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672445"/>
          </a:xfrm>
        </p:spPr>
        <p:txBody>
          <a:bodyPr>
            <a:normAutofit fontScale="90000"/>
          </a:bodyPr>
          <a:lstStyle/>
          <a:p>
            <a:r>
              <a:rPr lang="ru-RU" sz="6000" dirty="0"/>
              <a:t>Описание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9043FA-AF71-29CE-6276-8D23BEDC3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2294026"/>
            <a:ext cx="10353761" cy="3333776"/>
          </a:xfrm>
        </p:spPr>
        <p:txBody>
          <a:bodyPr>
            <a:noAutofit/>
          </a:bodyPr>
          <a:lstStyle/>
          <a:p>
            <a:pPr marL="0" indent="450000" algn="just">
              <a:spcBef>
                <a:spcPts val="0"/>
              </a:spcBef>
              <a:buNone/>
            </a:pPr>
            <a:r>
              <a:rPr lang="ru-RU" sz="2800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И</a:t>
            </a:r>
            <a:r>
              <a:rPr lang="ru-RU" sz="2200" cap="all" dirty="0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дея проекта заключается в создании сайта, предоставляющий информацию об играх и пользователях площадки </a:t>
            </a:r>
            <a:r>
              <a:rPr lang="en-US" sz="2200" cap="all" dirty="0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Steam</a:t>
            </a:r>
            <a:r>
              <a:rPr lang="ru-RU" sz="2200" cap="all" dirty="0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; можно изучать общедоступную информацию о профилях пользователей, отслеживать их прогресс и статистику в играх; можно изучать информацию об играх: их описание, теги, поддерживаемые платформы, системные требования, рейтинг и региональные цены.</a:t>
            </a:r>
          </a:p>
        </p:txBody>
      </p:sp>
    </p:spTree>
    <p:extLst>
      <p:ext uri="{BB962C8B-B14F-4D97-AF65-F5344CB8AC3E}">
        <p14:creationId xmlns:p14="http://schemas.microsoft.com/office/powerpoint/2010/main" val="902469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2182AC-25FF-4BDC-EBB6-1FDDC5169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719578"/>
          </a:xfrm>
        </p:spPr>
        <p:txBody>
          <a:bodyPr>
            <a:normAutofit fontScale="90000"/>
          </a:bodyPr>
          <a:lstStyle/>
          <a:p>
            <a:r>
              <a:rPr lang="ru-RU" sz="6000" dirty="0"/>
              <a:t>Реализация</a:t>
            </a:r>
          </a:p>
        </p:txBody>
      </p:sp>
      <p:sp>
        <p:nvSpPr>
          <p:cNvPr id="5" name="Google Shape;77;p4">
            <a:extLst>
              <a:ext uri="{FF2B5EF4-FFF2-40B4-BE49-F238E27FC236}">
                <a16:creationId xmlns:a16="http://schemas.microsoft.com/office/drawing/2014/main" id="{76AA9D0E-E9CA-D106-FDFE-B5500F8FA820}"/>
              </a:ext>
            </a:extLst>
          </p:cNvPr>
          <p:cNvSpPr txBox="1">
            <a:spLocks/>
          </p:cNvSpPr>
          <p:nvPr/>
        </p:nvSpPr>
        <p:spPr>
          <a:xfrm>
            <a:off x="913796" y="2091424"/>
            <a:ext cx="10353760" cy="400771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450000">
              <a:lnSpc>
                <a:spcPct val="115000"/>
              </a:lnSpc>
              <a:spcBef>
                <a:spcPts val="0"/>
              </a:spcBef>
              <a:buSzPts val="1800"/>
              <a:buFont typeface="Wingdings" panose="05000000000000000000" pitchFamily="2" charset="2"/>
              <a:buChar char="q"/>
            </a:pPr>
            <a:r>
              <a:rPr lang="ru-RU" sz="2200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Проект можно разбить на три главные части:</a:t>
            </a:r>
          </a:p>
          <a:p>
            <a:pPr marL="571500" indent="-457200">
              <a:spcBef>
                <a:spcPts val="1200"/>
              </a:spcBef>
              <a:buClr>
                <a:srgbClr val="6AA84F"/>
              </a:buClr>
              <a:buSzPts val="1800"/>
              <a:buFont typeface="Wingdings" panose="05000000000000000000" pitchFamily="2" charset="2"/>
              <a:buChar char="Ø"/>
            </a:pPr>
            <a:r>
              <a:rPr lang="ru-RU" sz="2200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основной файл программы, в котором находятся обработчики страниц</a:t>
            </a:r>
          </a:p>
          <a:p>
            <a:pPr marL="571500" indent="-457200">
              <a:spcBef>
                <a:spcPts val="0"/>
              </a:spcBef>
              <a:buClr>
                <a:srgbClr val="F1C232"/>
              </a:buClr>
              <a:buSzPts val="1800"/>
              <a:buFont typeface="Wingdings" panose="05000000000000000000" pitchFamily="2" charset="2"/>
              <a:buChar char="Ø"/>
            </a:pPr>
            <a:r>
              <a:rPr lang="ru-RU" sz="2200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Папка с </a:t>
            </a:r>
            <a:r>
              <a:rPr lang="en-US" sz="2200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html </a:t>
            </a:r>
            <a:r>
              <a:rPr lang="ru-RU" sz="2200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кодом этих страниц</a:t>
            </a:r>
          </a:p>
          <a:p>
            <a:pPr marL="571500" indent="-457200">
              <a:spcBef>
                <a:spcPts val="0"/>
              </a:spcBef>
              <a:buClr>
                <a:srgbClr val="A61C00"/>
              </a:buClr>
              <a:buSzPts val="1800"/>
              <a:buFont typeface="Wingdings" panose="05000000000000000000" pitchFamily="2" charset="2"/>
              <a:buChar char="Ø"/>
            </a:pPr>
            <a:r>
              <a:rPr lang="ru-RU" sz="2200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Вспомогательные файлы для получения разного рода информации</a:t>
            </a:r>
            <a:endParaRPr lang="en-US" sz="2200" cap="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 UI" panose="020B0503020204020204" pitchFamily="34" charset="-122"/>
              <a:ea typeface="Microsoft YaHei UI" panose="020B0503020204020204" pitchFamily="34" charset="-122"/>
              <a:cs typeface="+mj-cs"/>
            </a:endParaRPr>
          </a:p>
          <a:p>
            <a:pPr marL="0" indent="-450000">
              <a:spcBef>
                <a:spcPts val="0"/>
              </a:spcBef>
              <a:buClr>
                <a:srgbClr val="A61C00"/>
              </a:buClr>
              <a:buSzPts val="1800"/>
              <a:buFont typeface="Wingdings" panose="05000000000000000000" pitchFamily="2" charset="2"/>
              <a:buChar char="q"/>
            </a:pPr>
            <a:r>
              <a:rPr lang="ru-RU" sz="2200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Использованные библиотеки</a:t>
            </a:r>
            <a:r>
              <a:rPr lang="en-US" sz="2200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:</a:t>
            </a:r>
            <a:r>
              <a:rPr lang="ru-RU" sz="2200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 </a:t>
            </a:r>
          </a:p>
          <a:p>
            <a:pPr marL="0" indent="450000">
              <a:lnSpc>
                <a:spcPct val="130000"/>
              </a:lnSpc>
              <a:spcBef>
                <a:spcPts val="0"/>
              </a:spcBef>
              <a:buClr>
                <a:srgbClr val="A61C00"/>
              </a:buClr>
              <a:buSzPts val="1800"/>
              <a:buNone/>
            </a:pPr>
            <a:r>
              <a:rPr lang="en-US" cap="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steamapi</a:t>
            </a:r>
            <a:r>
              <a:rPr lang="ru-RU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, </a:t>
            </a:r>
            <a:r>
              <a:rPr lang="en-US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steam</a:t>
            </a:r>
            <a:r>
              <a:rPr lang="ru-RU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, </a:t>
            </a:r>
            <a:r>
              <a:rPr lang="en-US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validators</a:t>
            </a:r>
            <a:r>
              <a:rPr lang="ru-RU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, </a:t>
            </a:r>
            <a:r>
              <a:rPr lang="en-US" cap="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sqlite</a:t>
            </a:r>
            <a:r>
              <a:rPr lang="ru-RU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3, </a:t>
            </a:r>
            <a:r>
              <a:rPr lang="en-US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flask</a:t>
            </a:r>
            <a:r>
              <a:rPr lang="ru-RU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_</a:t>
            </a:r>
            <a:r>
              <a:rPr lang="en-US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login</a:t>
            </a:r>
            <a:r>
              <a:rPr lang="ru-RU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, </a:t>
            </a:r>
            <a:r>
              <a:rPr lang="en-US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flask</a:t>
            </a:r>
            <a:r>
              <a:rPr lang="ru-RU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,</a:t>
            </a:r>
            <a:r>
              <a:rPr lang="en-US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 re</a:t>
            </a:r>
            <a:r>
              <a:rPr lang="ru-RU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,</a:t>
            </a:r>
            <a:r>
              <a:rPr lang="en-US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 </a:t>
            </a:r>
            <a:r>
              <a:rPr lang="en-US" cap="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urllib</a:t>
            </a:r>
            <a:r>
              <a:rPr lang="ru-RU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, </a:t>
            </a:r>
            <a:r>
              <a:rPr lang="en-US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flask</a:t>
            </a:r>
            <a:r>
              <a:rPr lang="ru-RU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_</a:t>
            </a:r>
            <a:r>
              <a:rPr lang="en-US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restful</a:t>
            </a:r>
            <a:endParaRPr lang="ru-RU" cap="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 UI" panose="020B0503020204020204" pitchFamily="34" charset="-122"/>
              <a:ea typeface="Microsoft YaHei UI" panose="020B0503020204020204" pitchFamily="34" charset="-122"/>
              <a:cs typeface="+mj-cs"/>
            </a:endParaRPr>
          </a:p>
          <a:p>
            <a:pPr marL="0" indent="450000">
              <a:lnSpc>
                <a:spcPct val="130000"/>
              </a:lnSpc>
              <a:spcBef>
                <a:spcPts val="0"/>
              </a:spcBef>
              <a:buClr>
                <a:srgbClr val="A61C00"/>
              </a:buClr>
              <a:buSzPts val="1800"/>
              <a:buFont typeface="Wingdings" panose="05000000000000000000" pitchFamily="2" charset="2"/>
              <a:buChar char="q"/>
            </a:pPr>
            <a:r>
              <a:rPr lang="ru-RU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Из интересного, </a:t>
            </a:r>
            <a:r>
              <a:rPr lang="ru-RU" cap="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в проекте также используется </a:t>
            </a:r>
            <a:r>
              <a:rPr lang="en-US" cap="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javascript</a:t>
            </a:r>
            <a:endParaRPr lang="ru-RU" cap="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 UI" panose="020B0503020204020204" pitchFamily="34" charset="-122"/>
              <a:ea typeface="Microsoft YaHei UI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34120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5F0FB3-2BA3-1440-2875-8FC2088FF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525171" cy="1326321"/>
          </a:xfrm>
        </p:spPr>
        <p:txBody>
          <a:bodyPr/>
          <a:lstStyle/>
          <a:p>
            <a:r>
              <a:rPr lang="ru-RU" dirty="0" smtClean="0"/>
              <a:t>Авторизация через </a:t>
            </a:r>
            <a:r>
              <a:rPr lang="en-US" dirty="0" smtClean="0"/>
              <a:t>Steam </a:t>
            </a:r>
            <a:r>
              <a:rPr lang="en-US" dirty="0"/>
              <a:t>(</a:t>
            </a:r>
            <a:r>
              <a:rPr lang="en-US" dirty="0" err="1" smtClean="0"/>
              <a:t>openid</a:t>
            </a:r>
            <a:r>
              <a:rPr lang="ru-RU" dirty="0" smtClean="0"/>
              <a:t>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DB4C76-4517-92D4-92F4-B9B09607F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6" y="2096064"/>
            <a:ext cx="5307710" cy="3695136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Одна из интересных особенностей</a:t>
            </a:r>
            <a:r>
              <a:rPr lang="en-US" dirty="0" smtClean="0"/>
              <a:t>,</a:t>
            </a:r>
            <a:r>
              <a:rPr lang="ru-RU" dirty="0" smtClean="0"/>
              <a:t> которую стоит отметить – это возможность авторизоваться на сайте напрямую через </a:t>
            </a:r>
            <a:r>
              <a:rPr lang="en-US" dirty="0" smtClean="0"/>
              <a:t>Steam. </a:t>
            </a:r>
            <a:r>
              <a:rPr lang="ru-RU" dirty="0" smtClean="0"/>
              <a:t>Помимо того, что </a:t>
            </a:r>
            <a:r>
              <a:rPr lang="ru-RU" dirty="0"/>
              <a:t>вы </a:t>
            </a:r>
            <a:r>
              <a:rPr lang="ru-RU" dirty="0" smtClean="0"/>
              <a:t>можете быстро получить доступ к функционалу сайта, вам также </a:t>
            </a:r>
            <a:r>
              <a:rPr lang="ru-RU" dirty="0"/>
              <a:t>не нужно </a:t>
            </a:r>
            <a:r>
              <a:rPr lang="ru-RU" dirty="0" smtClean="0"/>
              <a:t>заморачиваться с регистрацией</a:t>
            </a:r>
            <a:r>
              <a:rPr lang="en-US" dirty="0" smtClean="0"/>
              <a:t>:</a:t>
            </a:r>
            <a:r>
              <a:rPr lang="ru-RU" dirty="0" smtClean="0"/>
              <a:t> указывать имя, фамилию </a:t>
            </a:r>
            <a:r>
              <a:rPr lang="en-US" dirty="0" smtClean="0"/>
              <a:t>(?) </a:t>
            </a:r>
            <a:r>
              <a:rPr lang="ru-RU" dirty="0" smtClean="0"/>
              <a:t>и придумывать пароль.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942" y="2194612"/>
            <a:ext cx="4721209" cy="3015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0520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TM04033921[[fn=Дамаск]]</Template>
  <TotalTime>85</TotalTime>
  <Words>190</Words>
  <Application>Microsoft Office PowerPoint</Application>
  <PresentationFormat>Широкоэкранный</PresentationFormat>
  <Paragraphs>16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0" baseType="lpstr">
      <vt:lpstr>Microsoft YaHei UI</vt:lpstr>
      <vt:lpstr>Arial</vt:lpstr>
      <vt:lpstr>Bookman Old Style</vt:lpstr>
      <vt:lpstr>Rockwell</vt:lpstr>
      <vt:lpstr>Wingdings</vt:lpstr>
      <vt:lpstr>Damask</vt:lpstr>
      <vt:lpstr>SteamScroller</vt:lpstr>
      <vt:lpstr>Описание</vt:lpstr>
      <vt:lpstr>Реализация</vt:lpstr>
      <vt:lpstr>Авторизация через Steam (openid)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SteamScroller</dc:title>
  <dc:creator>Андрей Мищенко</dc:creator>
  <cp:lastModifiedBy>Mishenko</cp:lastModifiedBy>
  <cp:revision>3</cp:revision>
  <dcterms:created xsi:type="dcterms:W3CDTF">2023-04-23T16:57:30Z</dcterms:created>
  <dcterms:modified xsi:type="dcterms:W3CDTF">2023-04-24T11:06:28Z</dcterms:modified>
</cp:coreProperties>
</file>